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5CFF6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5CFF6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1071" y="2381250"/>
            <a:ext cx="284975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HACKTOBERFEST</a:t>
            </a:r>
            <a:endParaRPr lang="en-US" sz="1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3417708" y="2904490"/>
            <a:ext cx="5356479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7000" b="1" i="0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ANTIGPT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1280541" y="4085590"/>
            <a:ext cx="963091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teaching assistant that explains code, not just grades it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Grading code today is too shallow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5"/>
            <a:ext cx="3380317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163" y="1798003"/>
            <a:ext cx="30075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Too many students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163" y="2143443"/>
            <a:ext cx="300754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 classes keep growing. Teachers cannot read every submission.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5"/>
            <a:ext cx="3380317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029" y="1798003"/>
            <a:ext cx="30075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Pass or fail only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6029" y="2143443"/>
            <a:ext cx="300754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autograders are black boxes. They say "wrong" but never explain why.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5"/>
            <a:ext cx="3380317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5896" y="1798003"/>
            <a:ext cx="30075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No big picture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5896" y="2143443"/>
            <a:ext cx="300754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cannot easily see which mistakes or good ideas are common in the class.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48092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ANTIGPT | Smarter feedback for programming students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What AntiGPT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317" cy="2202815"/>
          </a:xfrm>
          <a:prstGeom prst="roundRect">
            <a:avLst>
              <a:gd name="adj" fmla="val 4468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163" y="1798002"/>
            <a:ext cx="30075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6163" y="2448243"/>
            <a:ext cx="30075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Runs code safely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163" y="2793682"/>
            <a:ext cx="300754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code runs inside a locked box (Docker), so it cannot harm the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42" y="1567814"/>
            <a:ext cx="3380317" cy="2202815"/>
          </a:xfrm>
          <a:prstGeom prst="roundRect">
            <a:avLst>
              <a:gd name="adj" fmla="val 4468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29" y="1798002"/>
            <a:ext cx="30075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36029" y="2448243"/>
            <a:ext cx="30075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Explains the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6029" y="2793682"/>
            <a:ext cx="300754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writes teacher-style feedback on bugs, logic and understanding.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08" y="1567814"/>
            <a:ext cx="3380317" cy="2202815"/>
          </a:xfrm>
          <a:prstGeom prst="roundRect">
            <a:avLst>
              <a:gd name="adj" fmla="val 4468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5896" y="1798002"/>
            <a:ext cx="30075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25896" y="2448243"/>
            <a:ext cx="30075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Maps the class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5896" y="2793682"/>
            <a:ext cx="300754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visual map groups similar solutions so teachers see patterns at a glance.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48092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ANTIGPT | Smarter feedback for programming students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Key features, in plain words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97250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163" y="1798002"/>
            <a:ext cx="30249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Docker sandbox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163" y="2143443"/>
            <a:ext cx="302498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sealed box for running code. Works for full programs and single functions.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567814"/>
            <a:ext cx="3397250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7563" y="1798002"/>
            <a:ext cx="30249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Choose your depth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27563" y="2143443"/>
            <a:ext cx="302498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is fastest, embedding adds the map, full adds AI feedback.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567814"/>
            <a:ext cx="3397250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8963" y="1798002"/>
            <a:ext cx="30249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Code embeddings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8963" y="2143443"/>
            <a:ext cx="302498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code into numbers so similar solutions sit close together.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304539"/>
            <a:ext cx="3397250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6163" y="3534727"/>
            <a:ext cx="30249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Local AI feedback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6163" y="3880168"/>
            <a:ext cx="302498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Qwen2 runs on your own machine through Ollama, so code stays private.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7375" y="3304539"/>
            <a:ext cx="3397250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7563" y="3534727"/>
            <a:ext cx="30249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Class map (UMAP)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27563" y="3880168"/>
            <a:ext cx="302498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picture of all solutions. Clusters reveal common approaches and mix-ups.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78775" y="3304539"/>
            <a:ext cx="3397250" cy="1552575"/>
          </a:xfrm>
          <a:prstGeom prst="roundRect">
            <a:avLst>
              <a:gd name="adj" fmla="val 6339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8963" y="3534727"/>
            <a:ext cx="30249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Feedback styles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08963" y="3880168"/>
            <a:ext cx="302498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choose the tone of feedback, like strict or friendly.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48092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ANTIGPT | Smarter feedback for programming students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Who it helps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1303655"/>
          </a:xfrm>
          <a:prstGeom prst="roundRect">
            <a:avLst>
              <a:gd name="adj" fmla="val 7550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163" y="1798002"/>
            <a:ext cx="485632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Teachers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163" y="2143441"/>
            <a:ext cx="485632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grading time, spot common mistakes early, and teach the points students struggle with.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14"/>
            <a:ext cx="5175250" cy="1303655"/>
          </a:xfrm>
          <a:prstGeom prst="roundRect">
            <a:avLst>
              <a:gd name="adj" fmla="val 7550"/>
            </a:avLst>
          </a:prstGeom>
          <a:solidFill>
            <a:srgbClr val="0D2619"/>
          </a:solidFill>
          <a:ln w="6350">
            <a:solidFill>
              <a:srgbClr val="1F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0963" y="1798002"/>
            <a:ext cx="485632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9F5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Students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30963" y="2143441"/>
            <a:ext cx="485632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why code failed and how to improve, not just see pass or fail.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48092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ANTIGPT | Smarter feedback for programming students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Why AntiGPT stands out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325" y="1574164"/>
          <a:ext cx="10556875" cy="2314575"/>
        </p:xfrm>
        <a:graphic>
          <a:graphicData uri="http://schemas.openxmlformats.org/drawingml/2006/table">
            <a:tbl>
              <a:tblPr/>
              <a:tblGrid>
                <a:gridCol w="3518958"/>
                <a:gridCol w="3518958"/>
                <a:gridCol w="3518958"/>
              </a:tblGrid>
              <a:tr h="409575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5CFF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matters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5CFF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 autograders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5CFF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AntiGPT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Feedback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 or fail only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Explains what went wrong and why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 view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student at a time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Map of the whole class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Feedback style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for everyone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Teacher picks the style (Prompt Pooling)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Speed vs detail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fixed mode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F5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Pick dynamic, embedding or full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48092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ANTIGPT | Smarter feedback for programming students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453004"/>
            <a:ext cx="1088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5CFF6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Less grading. More teaching.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3321686"/>
            <a:ext cx="10883392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E9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AntiGPT saves teachers time and shows students how to improve.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95287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9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[Team name] | [repo or demo link]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48092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ANTIGPT | Smarter feedback for programming students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iGPT">
  <a:themeElements>
    <a:clrScheme name="AntiGPT">
      <a:dk1>
        <a:srgbClr val="06130D"/>
      </a:dk1>
      <a:lt1>
        <a:srgbClr val="5CFF6B"/>
      </a:lt1>
      <a:dk2>
        <a:srgbClr val="0F2B16"/>
      </a:dk2>
      <a:lt2>
        <a:srgbClr val="47C454"/>
      </a:lt2>
      <a:accent1>
        <a:srgbClr val="7FB596"/>
      </a:accent1>
      <a:accent2>
        <a:srgbClr val="B9D9C6"/>
      </a:accent2>
      <a:accent3>
        <a:srgbClr val="9AA0A6"/>
      </a:accent3>
      <a:accent4>
        <a:srgbClr val="3AA145"/>
      </a:accent4>
      <a:accent5>
        <a:srgbClr val="2D7D37"/>
      </a:accent5>
      <a:accent6>
        <a:srgbClr val="205A29"/>
      </a:accent6>
      <a:hlink>
        <a:srgbClr val="0563C1"/>
      </a:hlink>
      <a:folHlink>
        <a:srgbClr val="954F72"/>
      </a:folHlink>
    </a:clrScheme>
    <a:fontScheme name="AntiGPT">
      <a:majorFont>
        <a:latin typeface="Orbitr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AntiGPT</dc:title>
  <dc:subject/>
  <dc:creator/>
  <cp:lastModifiedBy/>
  <cp:revision>1</cp:revision>
  <dcterms:created xsi:type="dcterms:W3CDTF">2026-10-10T10:21:31Z</dcterms:created>
  <dcterms:modified xsi:type="dcterms:W3CDTF">2026-10-10T10:21:31Z</dcterms:modified>
</cp:coreProperties>
</file>